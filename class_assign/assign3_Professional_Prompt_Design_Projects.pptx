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1330" y="-1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7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pPr algn="ctr"/>
            <a:r>
              <a:rPr lang="en-US" dirty="0"/>
              <a:t> Prepared by Zakia Bashir</a:t>
            </a:r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DF4634-5AE1-C1D0-0BE4-C2A8DE9E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782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79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87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96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97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73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80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61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13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0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629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76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499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16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94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95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13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4883" y="2006082"/>
            <a:ext cx="6593681" cy="570820"/>
          </a:xfrm>
        </p:spPr>
        <p:txBody>
          <a:bodyPr>
            <a:noAutofit/>
          </a:bodyPr>
          <a:lstStyle/>
          <a:p>
            <a:pPr algn="ctr"/>
            <a:r>
              <a:rPr sz="4000" dirty="0"/>
              <a:t>Professional Prompt Design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9" y="2930234"/>
            <a:ext cx="5956138" cy="1655762"/>
          </a:xfrm>
        </p:spPr>
        <p:txBody>
          <a:bodyPr/>
          <a:lstStyle/>
          <a:p>
            <a:r>
              <a:rPr sz="1800" dirty="0">
                <a:solidFill>
                  <a:schemeClr val="tx1"/>
                </a:solidFill>
              </a:rPr>
              <a:t>Leveraging 20+ Years of Expertise in AI, Productivity, and Software Development</a:t>
            </a:r>
          </a:p>
          <a:p>
            <a:r>
              <a:rPr sz="1600" dirty="0">
                <a:solidFill>
                  <a:schemeClr val="tx1"/>
                </a:solidFill>
              </a:rPr>
              <a:t>Prepared by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Zakia bashir</a:t>
            </a:r>
            <a:endParaRPr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125">
        <p14:gallery dir="l"/>
      </p:transition>
    </mc:Choice>
    <mc:Fallback>
      <p:transition spd="slow" advTm="2125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6526" y="611885"/>
            <a:ext cx="5199507" cy="1350241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49487"/>
            <a:ext cx="6913959" cy="3541714"/>
          </a:xfrm>
        </p:spPr>
        <p:txBody>
          <a:bodyPr>
            <a:normAutofit/>
          </a:bodyPr>
          <a:lstStyle/>
          <a:p>
            <a:r>
              <a:rPr dirty="0"/>
              <a:t>Personal Assistant Prompts</a:t>
            </a:r>
          </a:p>
          <a:p>
            <a:r>
              <a:rPr dirty="0"/>
              <a:t>Content Creation Prompts</a:t>
            </a:r>
          </a:p>
          <a:p>
            <a:r>
              <a:rPr dirty="0"/>
              <a:t>Data Analysis Prompts</a:t>
            </a:r>
          </a:p>
          <a:p>
            <a:r>
              <a:rPr dirty="0"/>
              <a:t>Code Review Prompts</a:t>
            </a:r>
          </a:p>
          <a:p>
            <a:r>
              <a:rPr dirty="0"/>
              <a:t>Conclusion &amp; Key Takeaways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253">
        <p14:gallery dir="l"/>
      </p:transition>
    </mc:Choice>
    <mc:Fallback>
      <p:transition spd="slow" advTm="2253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Personal Assistant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0343" y="2249487"/>
            <a:ext cx="7175216" cy="3541714"/>
          </a:xfrm>
        </p:spPr>
        <p:txBody>
          <a:bodyPr>
            <a:normAutofit/>
          </a:bodyPr>
          <a:lstStyle/>
          <a:p>
            <a:r>
              <a:rPr b="1" dirty="0"/>
              <a:t>Objective</a:t>
            </a:r>
            <a:r>
              <a:rPr dirty="0"/>
              <a:t>: Automate daily workflow, manage emails, schedule meetings, and provide intelligent reminders.</a:t>
            </a:r>
          </a:p>
          <a:p>
            <a:r>
              <a:rPr b="1" dirty="0"/>
              <a:t>Value</a:t>
            </a:r>
            <a:r>
              <a:rPr dirty="0"/>
              <a:t>: Optimizes time management, reduces human error, and ensures professional communication.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145">
        <p14:gallery dir="l"/>
      </p:transition>
    </mc:Choice>
    <mc:Fallback>
      <p:transition spd="slow" advTm="2145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Personal Assistant - Key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657" y="2249487"/>
            <a:ext cx="7109902" cy="3541714"/>
          </a:xfrm>
        </p:spPr>
        <p:txBody>
          <a:bodyPr>
            <a:normAutofit/>
          </a:bodyPr>
          <a:lstStyle/>
          <a:p>
            <a:r>
              <a:rPr dirty="0"/>
              <a:t> Automated Meeting Scheduling with context-aware suggestions</a:t>
            </a:r>
          </a:p>
          <a:p>
            <a:r>
              <a:rPr dirty="0"/>
              <a:t>Professional Email Drafting with tone and style customization</a:t>
            </a:r>
          </a:p>
          <a:p>
            <a:r>
              <a:rPr dirty="0"/>
              <a:t>Task Management &amp; Smart Reminders based on priorities and deadlines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281">
        <p14:gallery dir="l"/>
      </p:transition>
    </mc:Choice>
    <mc:Fallback>
      <p:transition spd="slow" advTm="128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0567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dirty="0"/>
              <a:t>Personal Assistant - Sample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8035" y="1721947"/>
            <a:ext cx="7345548" cy="4328595"/>
          </a:xfrm>
        </p:spPr>
        <p:txBody>
          <a:bodyPr>
            <a:noAutofit/>
          </a:bodyPr>
          <a:lstStyle/>
          <a:p>
            <a:r>
              <a:rPr b="1" dirty="0"/>
              <a:t>Scheduling</a:t>
            </a:r>
            <a:r>
              <a:rPr dirty="0"/>
              <a:t>: "Draft a polite and professional email to schedule a meeting with [Person] on [Date] at [Time], considering their time zone and preferences."</a:t>
            </a:r>
          </a:p>
          <a:p>
            <a:r>
              <a:rPr b="1" dirty="0"/>
              <a:t>Email Drafting: </a:t>
            </a:r>
            <a:r>
              <a:rPr dirty="0"/>
              <a:t>"Create a concise, professional response to [Email Topic], reflecting high-level communication standards and etiquette."</a:t>
            </a:r>
          </a:p>
          <a:p>
            <a:r>
              <a:rPr b="1" dirty="0"/>
              <a:t>Reminders</a:t>
            </a:r>
            <a:r>
              <a:rPr dirty="0"/>
              <a:t>: "Generate an intelligent daily summary of tasks, highlighting priority items and suggested action sequences based on deadlines and urgency."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412">
        <p14:gallery dir="l"/>
      </p:transition>
    </mc:Choice>
    <mc:Fallback>
      <p:transition spd="slow" advTm="1412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Personal Assistant -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0971" y="2249487"/>
            <a:ext cx="6811347" cy="2511426"/>
          </a:xfrm>
        </p:spPr>
        <p:txBody>
          <a:bodyPr>
            <a:normAutofit/>
          </a:bodyPr>
          <a:lstStyle/>
          <a:p>
            <a:r>
              <a:rPr dirty="0"/>
              <a:t> Significantly improved productivity and workflow efficiency</a:t>
            </a:r>
          </a:p>
          <a:p>
            <a:r>
              <a:rPr dirty="0"/>
              <a:t> Reduced scheduling conflicts and miscommunications</a:t>
            </a:r>
          </a:p>
          <a:p>
            <a:r>
              <a:rPr dirty="0"/>
              <a:t> Reliable, AI-driven daily organization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156">
        <p14:gallery dir="l"/>
      </p:transition>
    </mc:Choice>
    <mc:Fallback>
      <p:transition spd="slow" advTm="1156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Content Creation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Objective</a:t>
            </a:r>
            <a:r>
              <a:rPr dirty="0"/>
              <a:t>: Enhance content generation for blogs, social media, and reports using advanced prompt techniques.</a:t>
            </a:r>
          </a:p>
          <a:p>
            <a:r>
              <a:rPr b="1" dirty="0"/>
              <a:t>Value</a:t>
            </a:r>
            <a:r>
              <a:rPr dirty="0"/>
              <a:t>: Produces high-quality, engaging, and brand-consistent content at scale.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573">
        <p14:gallery dir="l"/>
      </p:transition>
    </mc:Choice>
    <mc:Fallback>
      <p:transition spd="slow" advTm="1573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Content Creation - Key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1722" y="2249487"/>
            <a:ext cx="7333837" cy="2621093"/>
          </a:xfrm>
        </p:spPr>
        <p:txBody>
          <a:bodyPr>
            <a:normAutofit/>
          </a:bodyPr>
          <a:lstStyle/>
          <a:p>
            <a:r>
              <a:rPr b="1" dirty="0"/>
              <a:t>Blog Posts: </a:t>
            </a:r>
            <a:r>
              <a:rPr dirty="0"/>
              <a:t>Craft engaging, SEO-optimized articles</a:t>
            </a:r>
          </a:p>
          <a:p>
            <a:r>
              <a:rPr b="1" dirty="0"/>
              <a:t>Social Media: </a:t>
            </a:r>
            <a:r>
              <a:rPr dirty="0"/>
              <a:t>Generate creative, shareable posts maintaining brand voice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b="1" dirty="0"/>
              <a:t>Professional Reports: </a:t>
            </a:r>
            <a:r>
              <a:rPr dirty="0"/>
              <a:t>Summarize research and data into actionable insights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425">
        <p14:gallery dir="l"/>
      </p:transition>
    </mc:Choice>
    <mc:Fallback>
      <p:transition spd="slow" advTm="1425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Content Creation - Sample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682" y="1941755"/>
            <a:ext cx="7193877" cy="4204067"/>
          </a:xfrm>
        </p:spPr>
        <p:txBody>
          <a:bodyPr>
            <a:noAutofit/>
          </a:bodyPr>
          <a:lstStyle/>
          <a:p>
            <a:r>
              <a:rPr b="1" dirty="0"/>
              <a:t>Blog</a:t>
            </a:r>
            <a:r>
              <a:rPr dirty="0"/>
              <a:t>: "Write a 500-word blog on [Topic] with a compelling introduction, structured key points, and a strong conclusion encouraging reader action."</a:t>
            </a:r>
          </a:p>
          <a:p>
            <a:r>
              <a:rPr b="1" dirty="0"/>
              <a:t>Social Media: </a:t>
            </a:r>
            <a:r>
              <a:rPr dirty="0"/>
              <a:t>"Generate 5 innovative, brand-aligned captions for [Platform] promoting [Product/Service], with hashtags and call-to-action elements."</a:t>
            </a:r>
          </a:p>
          <a:p>
            <a:r>
              <a:rPr b="1" dirty="0"/>
              <a:t>Reports</a:t>
            </a:r>
            <a:r>
              <a:rPr dirty="0"/>
              <a:t>: "Analyze [Dataset/Research] and create a professional summary with insights, trends, and strategic recommendations."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841">
        <p14:gallery dir="l"/>
      </p:transition>
    </mc:Choice>
    <mc:Fallback>
      <p:transition spd="slow" advTm="1841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Content Creation -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7706" y="2249487"/>
            <a:ext cx="7277853" cy="1921297"/>
          </a:xfrm>
        </p:spPr>
        <p:txBody>
          <a:bodyPr>
            <a:noAutofit/>
          </a:bodyPr>
          <a:lstStyle/>
          <a:p>
            <a:r>
              <a:rPr dirty="0"/>
              <a:t>Fast, scalable content creation</a:t>
            </a:r>
          </a:p>
          <a:p>
            <a:r>
              <a:rPr dirty="0"/>
              <a:t>Consistency in style and messaging across platforms</a:t>
            </a:r>
          </a:p>
          <a:p>
            <a:r>
              <a:rPr dirty="0"/>
              <a:t>AI-generated templates adaptable for multiple formats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491">
        <p14:gallery dir="l"/>
      </p:transition>
    </mc:Choice>
    <mc:Fallback>
      <p:transition spd="slow" advTm="2491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Data Analysis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9" y="2249487"/>
            <a:ext cx="7072604" cy="2201215"/>
          </a:xfrm>
        </p:spPr>
        <p:txBody>
          <a:bodyPr>
            <a:normAutofit/>
          </a:bodyPr>
          <a:lstStyle/>
          <a:p>
            <a:r>
              <a:rPr b="1" dirty="0"/>
              <a:t>Objective</a:t>
            </a:r>
            <a:r>
              <a:rPr dirty="0"/>
              <a:t>: Transform raw datasets into meaningful insights using AI-powered prompts.</a:t>
            </a:r>
          </a:p>
          <a:p>
            <a:r>
              <a:rPr b="1" dirty="0"/>
              <a:t>Value</a:t>
            </a:r>
            <a:r>
              <a:rPr dirty="0"/>
              <a:t>: Facilitates data-driven decisions, reduces manual effort, and highlights actionable insights.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122">
        <p14:gallery dir="l"/>
      </p:transition>
    </mc:Choice>
    <mc:Fallback>
      <p:transition spd="slow" advTm="1122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Data Analysis - Key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8376" y="2249486"/>
            <a:ext cx="7287183" cy="2714399"/>
          </a:xfrm>
        </p:spPr>
        <p:txBody>
          <a:bodyPr>
            <a:noAutofit/>
          </a:bodyPr>
          <a:lstStyle/>
          <a:p>
            <a:r>
              <a:rPr dirty="0"/>
              <a:t> </a:t>
            </a:r>
            <a:r>
              <a:rPr b="1" dirty="0"/>
              <a:t>Descriptive Analysis: </a:t>
            </a:r>
            <a:r>
              <a:rPr dirty="0"/>
              <a:t>Summarize complex datasets efficiently</a:t>
            </a:r>
          </a:p>
          <a:p>
            <a:r>
              <a:rPr dirty="0"/>
              <a:t> </a:t>
            </a:r>
            <a:r>
              <a:rPr b="1" dirty="0"/>
              <a:t>Predictive Analytics: </a:t>
            </a:r>
            <a:r>
              <a:rPr dirty="0"/>
              <a:t>Forecast trends with accuracy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 </a:t>
            </a:r>
            <a:r>
              <a:rPr b="1" dirty="0"/>
              <a:t>Data Visualization: </a:t>
            </a:r>
            <a:r>
              <a:rPr dirty="0"/>
              <a:t>Suggest optimal visual representation for insights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538">
        <p14:gallery dir="l"/>
      </p:transition>
    </mc:Choice>
    <mc:Fallback>
      <p:transition spd="slow" advTm="1538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Data Analysis - Sample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731" y="2249487"/>
            <a:ext cx="7361828" cy="3541714"/>
          </a:xfrm>
        </p:spPr>
        <p:txBody>
          <a:bodyPr>
            <a:normAutofit/>
          </a:bodyPr>
          <a:lstStyle/>
          <a:p>
            <a:r>
              <a:rPr sz="2000" b="1" dirty="0"/>
              <a:t>Descriptive</a:t>
            </a:r>
            <a:r>
              <a:rPr sz="2000" dirty="0"/>
              <a:t>: "Summarize this dataset highlighting key statistics, anomalies, and notable trends with expert-level interpretation."</a:t>
            </a:r>
          </a:p>
          <a:p>
            <a:r>
              <a:rPr sz="2000" b="1" dirty="0"/>
              <a:t>Visualization: </a:t>
            </a:r>
            <a:r>
              <a:rPr sz="2000" dirty="0"/>
              <a:t>"Recommend the best chart types to represent [Dataset], explaining choice based on audience and data context."</a:t>
            </a:r>
          </a:p>
          <a:p>
            <a:r>
              <a:rPr sz="2000" b="1" dirty="0"/>
              <a:t>Predictive</a:t>
            </a:r>
            <a:r>
              <a:rPr sz="2000" dirty="0"/>
              <a:t>: "Analyze historical data [Attach Dataset] and forecast future trends for [Variable], providing actionable insights for strategic decisions."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469">
        <p14:gallery dir="l"/>
      </p:transition>
    </mc:Choice>
    <mc:Fallback>
      <p:transition spd="slow" advTm="2469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Data Analysis -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318" y="2249487"/>
            <a:ext cx="7091241" cy="1911966"/>
          </a:xfrm>
        </p:spPr>
        <p:txBody>
          <a:bodyPr>
            <a:normAutofit/>
          </a:bodyPr>
          <a:lstStyle/>
          <a:p>
            <a:r>
              <a:rPr dirty="0"/>
              <a:t>Accelerated insights and reporting</a:t>
            </a:r>
          </a:p>
          <a:p>
            <a:r>
              <a:rPr dirty="0"/>
              <a:t>Enhanced accuracy in decision-making</a:t>
            </a:r>
          </a:p>
          <a:p>
            <a:r>
              <a:rPr dirty="0"/>
              <a:t>Reduced manual analysis and interpretation time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648">
        <p14:gallery dir="l"/>
      </p:transition>
    </mc:Choice>
    <mc:Fallback>
      <p:transition spd="slow" advTm="2648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Code Review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682" y="2249487"/>
            <a:ext cx="6811347" cy="2667746"/>
          </a:xfrm>
        </p:spPr>
        <p:txBody>
          <a:bodyPr>
            <a:noAutofit/>
          </a:bodyPr>
          <a:lstStyle/>
          <a:p>
            <a:r>
              <a:rPr b="1" dirty="0"/>
              <a:t>Objective</a:t>
            </a:r>
            <a:r>
              <a:rPr dirty="0"/>
              <a:t>: Review, debug, and optimize code effectively, leveraging expert software engineering principles.</a:t>
            </a:r>
          </a:p>
          <a:p>
            <a:r>
              <a:rPr b="1" dirty="0"/>
              <a:t>Value</a:t>
            </a:r>
            <a:r>
              <a:rPr dirty="0"/>
              <a:t>: Ensures high-quality, maintainable, and efficient code.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3004">
        <p14:gallery dir="l"/>
      </p:transition>
    </mc:Choice>
    <mc:Fallback>
      <p:transition spd="slow" advTm="3004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Code Review - Key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Code Optimization: </a:t>
            </a:r>
            <a:r>
              <a:rPr dirty="0"/>
              <a:t>Improve performance, readability, and maintainability</a:t>
            </a:r>
          </a:p>
          <a:p>
            <a:r>
              <a:rPr b="1" dirty="0"/>
              <a:t>Bug Identification: </a:t>
            </a:r>
            <a:r>
              <a:rPr dirty="0"/>
              <a:t>Detect and resolve logical and runtime errors</a:t>
            </a:r>
          </a:p>
          <a:p>
            <a:r>
              <a:rPr b="1" dirty="0"/>
              <a:t>Best Practices Enforcement: </a:t>
            </a:r>
            <a:r>
              <a:rPr dirty="0"/>
              <a:t>Ensure adherence to coding standards and security practices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692">
        <p14:gallery dir="l"/>
      </p:transition>
    </mc:Choice>
    <mc:Fallback>
      <p:transition spd="slow" advTm="2692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Code Review - Sample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809" y="2097088"/>
            <a:ext cx="6858000" cy="3367542"/>
          </a:xfrm>
        </p:spPr>
        <p:txBody>
          <a:bodyPr>
            <a:normAutofit/>
          </a:bodyPr>
          <a:lstStyle/>
          <a:p>
            <a:r>
              <a:rPr sz="2000" b="1" dirty="0"/>
              <a:t>Optimization</a:t>
            </a:r>
            <a:r>
              <a:rPr sz="2000" dirty="0"/>
              <a:t>: "Review this [Language] code and suggest advanced improvements for efficiency, scalability, and readability, based on 20 years of programming experience."</a:t>
            </a:r>
          </a:p>
          <a:p>
            <a:r>
              <a:rPr sz="2000" b="1" dirty="0"/>
              <a:t>Bugs</a:t>
            </a:r>
            <a:r>
              <a:rPr sz="2000" dirty="0"/>
              <a:t>: "Identify potential errors or edge cases in this code and provide expert solutions with explanations."</a:t>
            </a:r>
          </a:p>
          <a:p>
            <a:r>
              <a:rPr sz="2000" b="1" dirty="0"/>
              <a:t>Best Practices: </a:t>
            </a:r>
            <a:r>
              <a:rPr sz="2000" dirty="0"/>
              <a:t>"Audit this code for adherence to industry best practices, including maintainability, security, and performance standards."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945">
        <p14:gallery dir="l"/>
      </p:transition>
    </mc:Choice>
    <mc:Fallback>
      <p:transition spd="slow" advTm="2945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Code Review -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608" y="2249487"/>
            <a:ext cx="6941951" cy="2154562"/>
          </a:xfrm>
        </p:spPr>
        <p:txBody>
          <a:bodyPr>
            <a:normAutofit/>
          </a:bodyPr>
          <a:lstStyle/>
          <a:p>
            <a:r>
              <a:rPr dirty="0"/>
              <a:t>Significantly improved code quality</a:t>
            </a:r>
          </a:p>
          <a:p>
            <a:r>
              <a:rPr dirty="0"/>
              <a:t>Faster debugging and reduced technical debt</a:t>
            </a:r>
          </a:p>
          <a:p>
            <a:r>
              <a:rPr dirty="0"/>
              <a:t>Code aligns with professional engineering standards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151">
        <p14:gallery dir="l"/>
      </p:transition>
    </mc:Choice>
    <mc:Fallback>
      <p:transition spd="slow" advTm="1151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061" y="2249487"/>
            <a:ext cx="7119257" cy="2835697"/>
          </a:xfrm>
        </p:spPr>
        <p:txBody>
          <a:bodyPr>
            <a:noAutofit/>
          </a:bodyPr>
          <a:lstStyle/>
          <a:p>
            <a:r>
              <a:rPr dirty="0"/>
              <a:t>Consolidated view of AI-driven prompt applications across personal assistance, content creation, data analysis, and code review.</a:t>
            </a:r>
          </a:p>
          <a:p>
            <a:r>
              <a:rPr dirty="0"/>
              <a:t>Highlights the importance of professionally designed prompts for optimized workflows and strategic advantages.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386">
        <p14:gallery dir="l"/>
      </p:transition>
    </mc:Choice>
    <mc:Fallback>
      <p:transition spd="slow" advTm="1386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sz="2800" b="1"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9172" y="1960238"/>
            <a:ext cx="7063273" cy="3414195"/>
          </a:xfrm>
        </p:spPr>
        <p:txBody>
          <a:bodyPr>
            <a:noAutofit/>
          </a:bodyPr>
          <a:lstStyle/>
          <a:p>
            <a:r>
              <a:rPr dirty="0"/>
              <a:t>Expert prompts save time, improve output quality, and enhance decision-making</a:t>
            </a:r>
          </a:p>
          <a:p>
            <a:r>
              <a:rPr dirty="0"/>
              <a:t>Templates and AI-driven workflows are reusable across diverse projects</a:t>
            </a:r>
          </a:p>
          <a:p>
            <a:r>
              <a:rPr dirty="0"/>
              <a:t>20+ years of combined AI, productivity, and software expertise embedded in prompt design ensures professional-grade results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25">
        <p14:gallery dir="l"/>
      </p:transition>
    </mc:Choice>
    <mc:Fallback>
      <p:transition spd="slow" advTm="2025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164</TotalTime>
  <Words>782</Words>
  <Application>Microsoft Office PowerPoint</Application>
  <PresentationFormat>On-screen Show (4:3)</PresentationFormat>
  <Paragraphs>76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Franklin Gothic Book</vt:lpstr>
      <vt:lpstr>Franklin Gothic Medium</vt:lpstr>
      <vt:lpstr>Wingdings</vt:lpstr>
      <vt:lpstr>Circuit</vt:lpstr>
      <vt:lpstr>Professional Prompt Design Projects</vt:lpstr>
      <vt:lpstr>Agenda</vt:lpstr>
      <vt:lpstr>Personal Assistant - Introduction</vt:lpstr>
      <vt:lpstr>Personal Assistant - Key Use Cases</vt:lpstr>
      <vt:lpstr>Personal Assistant - Sample Prompts</vt:lpstr>
      <vt:lpstr>Personal Assistant - Outcome</vt:lpstr>
      <vt:lpstr>Content Creation - Introduction</vt:lpstr>
      <vt:lpstr>Content Creation - Key Use Cases</vt:lpstr>
      <vt:lpstr>Content Creation - Sample Prompts</vt:lpstr>
      <vt:lpstr>Content Creation - Outcome</vt:lpstr>
      <vt:lpstr>Data Analysis - Introduction</vt:lpstr>
      <vt:lpstr>Data Analysis - Key Use Cases</vt:lpstr>
      <vt:lpstr>Data Analysis - Sample Prompts</vt:lpstr>
      <vt:lpstr>Data Analysis - Outcome</vt:lpstr>
      <vt:lpstr>Code Review - Introduction</vt:lpstr>
      <vt:lpstr>Code Review - Key Use Cases</vt:lpstr>
      <vt:lpstr>Code Review - Sample Prompts</vt:lpstr>
      <vt:lpstr>Code Review - Outcome</vt:lpstr>
      <vt:lpstr>Conclusion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bc160404395 Zakia Bashir</cp:lastModifiedBy>
  <cp:revision>2</cp:revision>
  <dcterms:created xsi:type="dcterms:W3CDTF">2013-01-27T09:14:16Z</dcterms:created>
  <dcterms:modified xsi:type="dcterms:W3CDTF">2025-11-11T17:01:44Z</dcterms:modified>
  <cp:category/>
</cp:coreProperties>
</file>